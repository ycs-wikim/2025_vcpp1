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60" y="6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9B1017-4B56-48FB-BD53-9FD7BC3539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07D1567-E862-462D-A2A5-88C832D6BB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19617E-370D-454E-927C-0076C51AF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8312F-97A2-4B37-ADEE-DBECD7BC004E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227757-5C02-45AC-86DB-EBD9329B3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0D3B70-1251-4F40-8C03-614BAE96B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06013-EDC6-43B1-82E6-D4FBEBFD39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9596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945417-58E6-48CA-81C4-93F698909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AFF076-9BBB-4961-8618-2EC3EC7636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221444-97C0-40AF-98E2-1FC9A81A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8312F-97A2-4B37-ADEE-DBECD7BC004E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51DE8A-FA66-431A-BA5B-52BFBF8E9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51134E-00E8-41A8-8490-4F8A2DE28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06013-EDC6-43B1-82E6-D4FBEBFD39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3227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C2364C-262E-4791-A0EB-92484C1EB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A83239-272B-47CC-8EDD-65C65A2681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60FE08-3C2B-43EE-976A-8F2E195F5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8312F-97A2-4B37-ADEE-DBECD7BC004E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856FBA-919D-4B15-9F3F-D6227054D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B0AFB9-261D-4FB1-8ECB-1E30E2791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06013-EDC6-43B1-82E6-D4FBEBFD39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1818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736362-57CC-4AFC-80A8-C3A35F251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648D78-C8E3-4F4A-B487-41A4BA7BF1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626AD4C-CD60-447F-A44C-EED545CFFF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4133263-ED16-43BC-B99A-0DB13563E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8312F-97A2-4B37-ADEE-DBECD7BC004E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E0547F9-2653-4AB6-A69F-6191ABDE1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7E4661D-BB53-47DB-AD83-AEA14E4AC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06013-EDC6-43B1-82E6-D4FBEBFD39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2311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400FA7-0910-41FC-A839-266AD9DA2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732297A-AA4C-4AC4-BD8F-F2A30F9AD1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6B642FD-AC13-44D9-BF70-48214FBF26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9A5A1AC-1B05-40A8-BD12-72B477D68B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982F4E5-856B-407A-BB9C-DB72817AC7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EBF063D-9014-4E2A-A59C-3F25F0BE9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8312F-97A2-4B37-ADEE-DBECD7BC004E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66B0E5F-1AD0-41D9-958A-841103C6D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9280BEA-B596-4A31-B085-68FB09C53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06013-EDC6-43B1-82E6-D4FBEBFD39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4518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7D2FB4-B4BD-4455-9627-FC873F4A6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A1BBCEB-0313-4E5B-BEA8-EBF358A7F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8312F-97A2-4B37-ADEE-DBECD7BC004E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0F602DC-BA61-4546-AC7F-8B6FEC45E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7236D61-EF61-4826-AB93-7F4973A93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06013-EDC6-43B1-82E6-D4FBEBFD39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2408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A7555A5-F71C-41A4-8E4F-9AA7E7D3A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8312F-97A2-4B37-ADEE-DBECD7BC004E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8B8A0B4-8727-45C2-BF95-43C33F4B3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C395D3-A64C-4CF9-BB69-FB861CDF1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06013-EDC6-43B1-82E6-D4FBEBFD39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966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6B52E7-0EBE-4A89-B6AF-DA973039F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2EBFD2-750E-4C81-93E1-633E81A0A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41EC48E-A43E-4041-BF4E-77FE147770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991FF11-0477-40CC-9E93-68684D849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8312F-97A2-4B37-ADEE-DBECD7BC004E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80D0C4C-5153-474D-A7C7-3248CB69A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E835B2C-4D99-4413-9440-AE53098C3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06013-EDC6-43B1-82E6-D4FBEBFD39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4549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78DADA-981D-48E9-AC81-8B5EEEE13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6F7A0C9-07A0-4955-A495-6AD687CD90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7D7BA4D-3742-42F2-A4F4-30DE856A3F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679938B-FF26-490F-8365-AAC389367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8312F-97A2-4B37-ADEE-DBECD7BC004E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3002D02-D394-48F3-8E07-2CB6A7BE2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3DE5766-83DF-43B2-96AE-D31156B78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06013-EDC6-43B1-82E6-D4FBEBFD39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3011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E423A6-C831-464F-A542-2104CF015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AA8F6C4-827C-45CD-AD31-49422F4255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B93D73-34A8-4A17-B79C-0D6C2203B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8312F-97A2-4B37-ADEE-DBECD7BC004E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6A3A1A-FA51-4187-84FA-39DC6157C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86F55B-8A84-4AC0-B9BD-E92D04D0F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06013-EDC6-43B1-82E6-D4FBEBFD39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1132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F4E8981-CF55-4197-A2D3-105EB9E053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86797D1-FBEC-4293-A40C-1DC2B3E827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6BAB74-AFFE-4305-B507-CBBE903B3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8312F-97A2-4B37-ADEE-DBECD7BC004E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441C3E-C3EF-43B9-8CFA-8B83943D8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2B9A3D-8859-42D2-B733-6A271AB2A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06013-EDC6-43B1-82E6-D4FBEBFD39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1042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F505407-49C4-4D1B-9CC6-A58559EAF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E2602BE-6815-4DD3-8972-5833DB81EC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9AB357-A430-4BC9-846F-EFED375C24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78312F-97A2-4B37-ADEE-DBECD7BC004E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917D2D-E92D-478E-A8F7-21189955F7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920D50-AB29-4AF7-A4B3-0ACE61C281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F06013-EDC6-43B1-82E6-D4FBEBFD39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5132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D59F8B-78C1-4770-BBF2-5CA01B747C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1125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1030CC5-6E1A-4559-87BD-CA5420896F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3333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A4788A-E1C7-4018-BAB1-FDB8233C0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통신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E64D0D-C9E6-41F7-A6DE-29B5B7ECE3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전달 방식에 따른 통신의 종류</a:t>
            </a:r>
            <a:endParaRPr lang="en-US" altLang="ko-KR" dirty="0"/>
          </a:p>
          <a:p>
            <a:pPr lvl="1"/>
            <a:r>
              <a:rPr lang="en-US" altLang="ko-KR" dirty="0"/>
              <a:t> Simplex (</a:t>
            </a:r>
            <a:r>
              <a:rPr lang="ko-KR" altLang="en-US" dirty="0"/>
              <a:t>단방향</a:t>
            </a:r>
            <a:r>
              <a:rPr lang="en-US" altLang="ko-KR" dirty="0"/>
              <a:t>) – </a:t>
            </a:r>
            <a:r>
              <a:rPr lang="ko-KR" altLang="en-US" dirty="0"/>
              <a:t>라디오</a:t>
            </a:r>
            <a:r>
              <a:rPr lang="en-US" altLang="ko-KR" dirty="0"/>
              <a:t>, TV</a:t>
            </a:r>
          </a:p>
          <a:p>
            <a:pPr lvl="1"/>
            <a:r>
              <a:rPr lang="en-US" altLang="ko-KR" dirty="0"/>
              <a:t> Half-Duplex (</a:t>
            </a:r>
            <a:r>
              <a:rPr lang="ko-KR" altLang="en-US" dirty="0" err="1"/>
              <a:t>반이중</a:t>
            </a:r>
            <a:r>
              <a:rPr lang="en-US" altLang="ko-KR" dirty="0"/>
              <a:t>) – </a:t>
            </a:r>
            <a:r>
              <a:rPr lang="ko-KR" altLang="en-US" dirty="0"/>
              <a:t>무전기</a:t>
            </a:r>
            <a:r>
              <a:rPr lang="en-US" altLang="ko-KR" dirty="0"/>
              <a:t>, email, </a:t>
            </a:r>
            <a:r>
              <a:rPr lang="ko-KR" altLang="en-US" dirty="0"/>
              <a:t>문자 메시지</a:t>
            </a:r>
            <a:endParaRPr lang="en-US" altLang="ko-KR" dirty="0"/>
          </a:p>
          <a:p>
            <a:pPr lvl="1"/>
            <a:r>
              <a:rPr lang="en-US" altLang="ko-KR" dirty="0"/>
              <a:t> Full-Duplex (</a:t>
            </a:r>
            <a:r>
              <a:rPr lang="ko-KR" altLang="en-US" dirty="0" err="1"/>
              <a:t>전이중</a:t>
            </a:r>
            <a:r>
              <a:rPr lang="en-US" altLang="ko-KR" dirty="0"/>
              <a:t>) – </a:t>
            </a:r>
            <a:r>
              <a:rPr lang="ko-KR" altLang="en-US" dirty="0"/>
              <a:t>전화</a:t>
            </a:r>
            <a:r>
              <a:rPr lang="en-US" altLang="ko-KR" dirty="0"/>
              <a:t>, </a:t>
            </a:r>
            <a:r>
              <a:rPr lang="ko-KR" altLang="en-US" dirty="0"/>
              <a:t>실시간 방송</a:t>
            </a:r>
            <a:endParaRPr lang="en-US" altLang="ko-KR" dirty="0"/>
          </a:p>
          <a:p>
            <a:pPr lvl="4"/>
            <a:endParaRPr lang="en-US" altLang="ko-KR" dirty="0"/>
          </a:p>
          <a:p>
            <a:pPr lvl="1"/>
            <a:r>
              <a:rPr lang="ko-KR" altLang="en-US" dirty="0"/>
              <a:t> 연결 매체에 따른 통신의 종류 </a:t>
            </a:r>
            <a:r>
              <a:rPr lang="en-US" altLang="ko-KR" dirty="0"/>
              <a:t>: </a:t>
            </a:r>
            <a:r>
              <a:rPr lang="ko-KR" altLang="en-US" dirty="0"/>
              <a:t>유선</a:t>
            </a:r>
            <a:r>
              <a:rPr lang="en-US" altLang="ko-KR" dirty="0"/>
              <a:t>, </a:t>
            </a:r>
            <a:r>
              <a:rPr lang="ko-KR" altLang="en-US" dirty="0"/>
              <a:t>무선</a:t>
            </a:r>
            <a:endParaRPr lang="en-US" altLang="ko-KR" dirty="0"/>
          </a:p>
          <a:p>
            <a:pPr lvl="3"/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통신의 종류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연결 지향 </a:t>
            </a:r>
            <a:r>
              <a:rPr lang="en-US" altLang="ko-KR" dirty="0"/>
              <a:t>(TCP) – </a:t>
            </a:r>
            <a:r>
              <a:rPr lang="ko-KR" altLang="en-US" dirty="0"/>
              <a:t>동기 통신 </a:t>
            </a:r>
            <a:r>
              <a:rPr lang="en-US" altLang="ko-KR" dirty="0"/>
              <a:t>: </a:t>
            </a:r>
            <a:r>
              <a:rPr lang="ko-KR" altLang="en-US" dirty="0"/>
              <a:t>신뢰성 있는 정보 교환 제공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비 연결 지향 </a:t>
            </a:r>
            <a:r>
              <a:rPr lang="en-US" altLang="ko-KR" dirty="0"/>
              <a:t>(UDP) – </a:t>
            </a:r>
            <a:r>
              <a:rPr lang="ko-KR" altLang="en-US" dirty="0"/>
              <a:t>비동기 통신 </a:t>
            </a:r>
            <a:r>
              <a:rPr lang="en-US" altLang="ko-KR" dirty="0"/>
              <a:t>: </a:t>
            </a:r>
            <a:r>
              <a:rPr lang="ko-KR" altLang="en-US" dirty="0"/>
              <a:t>신뢰성 있는 정보 교환 </a:t>
            </a:r>
            <a:r>
              <a:rPr lang="en-US" altLang="ko-KR" dirty="0"/>
              <a:t>X, </a:t>
            </a:r>
            <a:r>
              <a:rPr lang="ko-KR" altLang="en-US" dirty="0"/>
              <a:t>실시간</a:t>
            </a:r>
          </a:p>
        </p:txBody>
      </p:sp>
    </p:spTree>
    <p:extLst>
      <p:ext uri="{BB962C8B-B14F-4D97-AF65-F5344CB8AC3E}">
        <p14:creationId xmlns:p14="http://schemas.microsoft.com/office/powerpoint/2010/main" val="746309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AB09F7-CA3A-4BFB-A1BE-67FB0F719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프로세스</a:t>
            </a:r>
            <a:r>
              <a:rPr lang="en-US" altLang="ko-KR" dirty="0"/>
              <a:t> </a:t>
            </a:r>
            <a:r>
              <a:rPr lang="ko-KR" altLang="en-US" dirty="0"/>
              <a:t>간 통신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41D81B-1025-4965-8280-9780830A83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Inter-Process Communication (IPC)</a:t>
            </a:r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매우 많은 방법이 존재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파일 </a:t>
            </a:r>
            <a:r>
              <a:rPr lang="en-US" altLang="ko-KR" dirty="0"/>
              <a:t>/ </a:t>
            </a:r>
            <a:r>
              <a:rPr lang="ko-KR" altLang="en-US" dirty="0"/>
              <a:t>메모리 </a:t>
            </a:r>
            <a:r>
              <a:rPr lang="en-US" altLang="ko-KR" dirty="0"/>
              <a:t>/ </a:t>
            </a:r>
            <a:r>
              <a:rPr lang="ko-KR" altLang="en-US" dirty="0"/>
              <a:t>윈도우 메커니즘 이용한 통신 등 </a:t>
            </a:r>
            <a:r>
              <a:rPr lang="en-US" altLang="ko-KR" dirty="0"/>
              <a:t>…</a:t>
            </a:r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직접적인 정보 전달은 불가능</a:t>
            </a:r>
            <a:r>
              <a:rPr lang="en-US" altLang="ko-KR" dirty="0"/>
              <a:t>! : </a:t>
            </a:r>
            <a:r>
              <a:rPr lang="ko-KR" altLang="en-US" dirty="0"/>
              <a:t>가상 메모리</a:t>
            </a:r>
            <a:r>
              <a:rPr lang="en-US" altLang="ko-KR" dirty="0"/>
              <a:t>(VM)</a:t>
            </a:r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윈도우 메커니즘 제공</a:t>
            </a:r>
            <a:endParaRPr lang="en-US" altLang="ko-KR" dirty="0"/>
          </a:p>
          <a:p>
            <a:pPr lvl="2"/>
            <a:r>
              <a:rPr lang="en-US" altLang="ko-KR" dirty="0"/>
              <a:t> WM_COPYDATA </a:t>
            </a:r>
            <a:r>
              <a:rPr lang="ko-KR" altLang="en-US" dirty="0"/>
              <a:t>와 </a:t>
            </a:r>
            <a:r>
              <a:rPr lang="en-US" altLang="ko-KR" dirty="0"/>
              <a:t>COPYDATASTRUCT</a:t>
            </a:r>
          </a:p>
          <a:p>
            <a:pPr lvl="2"/>
            <a:r>
              <a:rPr lang="en-US" altLang="ko-KR" dirty="0"/>
              <a:t> </a:t>
            </a:r>
            <a:r>
              <a:rPr lang="ko-KR" altLang="en-US" dirty="0"/>
              <a:t>상대 프로세스에 나의 메모리를 복사해서 전달</a:t>
            </a:r>
            <a:endParaRPr lang="en-US" altLang="ko-KR" dirty="0"/>
          </a:p>
          <a:p>
            <a:pPr lvl="2"/>
            <a:r>
              <a:rPr lang="en-US" altLang="ko-KR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 OS</a:t>
            </a:r>
            <a:r>
              <a:rPr lang="ko-KR" altLang="en-US" dirty="0">
                <a:sym typeface="Wingdings" panose="05000000000000000000" pitchFamily="2" charset="2"/>
              </a:rPr>
              <a:t>가 해줘야 한다</a:t>
            </a:r>
            <a:r>
              <a:rPr lang="en-US" altLang="ko-KR" dirty="0">
                <a:sym typeface="Wingdings" panose="05000000000000000000" pitchFamily="2" charset="2"/>
              </a:rPr>
              <a:t>!</a:t>
            </a: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윈도우 메시징 시스템</a:t>
            </a:r>
            <a:r>
              <a:rPr lang="en-US" altLang="ko-KR" dirty="0">
                <a:sym typeface="Wingdings" panose="05000000000000000000" pitchFamily="2" charset="2"/>
              </a:rPr>
              <a:t>!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40495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635469-FA79-474B-B618-C9BC06CCA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윈도우 메시징 시스템으로 통신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01A793-C41B-4524-827F-A2BE83108D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통신 방법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연결 지향 </a:t>
            </a:r>
            <a:r>
              <a:rPr lang="en-US" altLang="ko-KR" dirty="0"/>
              <a:t>: </a:t>
            </a:r>
            <a:r>
              <a:rPr lang="en-US" altLang="ko-KR" dirty="0" err="1"/>
              <a:t>SendMessage</a:t>
            </a:r>
            <a:r>
              <a:rPr lang="en-US" altLang="ko-KR" dirty="0"/>
              <a:t>( ) API</a:t>
            </a:r>
          </a:p>
          <a:p>
            <a:pPr lvl="1"/>
            <a:r>
              <a:rPr lang="en-US" altLang="ko-KR" dirty="0"/>
              <a:t> </a:t>
            </a:r>
            <a:r>
              <a:rPr lang="ko-KR" altLang="en-US" dirty="0" err="1"/>
              <a:t>비연결</a:t>
            </a:r>
            <a:r>
              <a:rPr lang="ko-KR" altLang="en-US" dirty="0"/>
              <a:t> 지향 </a:t>
            </a:r>
            <a:r>
              <a:rPr lang="en-US" altLang="ko-KR" dirty="0"/>
              <a:t>: </a:t>
            </a:r>
            <a:r>
              <a:rPr lang="en-US" altLang="ko-KR" dirty="0" err="1"/>
              <a:t>PostMessage</a:t>
            </a:r>
            <a:r>
              <a:rPr lang="en-US" altLang="ko-KR" dirty="0"/>
              <a:t>( ) API</a:t>
            </a:r>
          </a:p>
          <a:p>
            <a:pPr lvl="2"/>
            <a:r>
              <a:rPr lang="en-US" altLang="ko-KR" dirty="0"/>
              <a:t> OS</a:t>
            </a:r>
            <a:r>
              <a:rPr lang="ko-KR" altLang="en-US" dirty="0"/>
              <a:t>에게 전달하면</a:t>
            </a:r>
            <a:r>
              <a:rPr lang="en-US" altLang="ko-KR" dirty="0"/>
              <a:t>, </a:t>
            </a:r>
            <a:r>
              <a:rPr lang="ko-KR" altLang="en-US" dirty="0"/>
              <a:t>알아서 </a:t>
            </a:r>
            <a:r>
              <a:rPr lang="en-US" altLang="ko-KR" dirty="0"/>
              <a:t>OS</a:t>
            </a:r>
            <a:r>
              <a:rPr lang="ko-KR" altLang="en-US" dirty="0"/>
              <a:t>가 해당 프로세스의 </a:t>
            </a:r>
            <a:r>
              <a:rPr lang="en-US" altLang="ko-KR" dirty="0" err="1"/>
              <a:t>WndProc</a:t>
            </a:r>
            <a:r>
              <a:rPr lang="ko-KR" altLang="en-US" dirty="0"/>
              <a:t>으로 전달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인수는 </a:t>
            </a:r>
            <a:r>
              <a:rPr lang="en-US" altLang="ko-KR" dirty="0" err="1"/>
              <a:t>WndProc</a:t>
            </a:r>
            <a:r>
              <a:rPr lang="ko-KR" altLang="en-US" dirty="0"/>
              <a:t>과 동일</a:t>
            </a:r>
            <a:endParaRPr lang="en-US" altLang="ko-KR" dirty="0"/>
          </a:p>
          <a:p>
            <a:pPr lvl="2"/>
            <a:r>
              <a:rPr lang="en-US" altLang="ko-KR" dirty="0"/>
              <a:t> </a:t>
            </a:r>
            <a:r>
              <a:rPr lang="en-US" altLang="ko-KR" b="1" dirty="0"/>
              <a:t>HWND : </a:t>
            </a:r>
            <a:r>
              <a:rPr lang="en-US" altLang="ko-KR" b="1" dirty="0" err="1"/>
              <a:t>FindWindow</a:t>
            </a:r>
            <a:r>
              <a:rPr lang="en-US" altLang="ko-KR" b="1" dirty="0"/>
              <a:t>( ) API</a:t>
            </a:r>
            <a:r>
              <a:rPr lang="ko-KR" altLang="en-US" b="1" dirty="0"/>
              <a:t>로 획득 필요</a:t>
            </a:r>
            <a:endParaRPr lang="en-US" altLang="ko-KR" b="1" dirty="0"/>
          </a:p>
          <a:p>
            <a:pPr lvl="2"/>
            <a:r>
              <a:rPr lang="en-US" altLang="ko-KR" dirty="0"/>
              <a:t> msg : WM_~~~~</a:t>
            </a:r>
          </a:p>
          <a:p>
            <a:pPr lvl="2"/>
            <a:r>
              <a:rPr lang="en-US" altLang="ko-KR" dirty="0"/>
              <a:t> </a:t>
            </a:r>
            <a:r>
              <a:rPr lang="en-US" altLang="ko-KR" dirty="0" err="1"/>
              <a:t>wParam</a:t>
            </a:r>
            <a:r>
              <a:rPr lang="en-US" altLang="ko-KR" dirty="0"/>
              <a:t> : </a:t>
            </a:r>
            <a:r>
              <a:rPr lang="ko-KR" altLang="en-US" dirty="0"/>
              <a:t>숫자</a:t>
            </a:r>
            <a:endParaRPr lang="en-US" altLang="ko-KR" dirty="0"/>
          </a:p>
          <a:p>
            <a:pPr lvl="2"/>
            <a:r>
              <a:rPr lang="en-US" altLang="ko-KR" dirty="0"/>
              <a:t> </a:t>
            </a:r>
            <a:r>
              <a:rPr lang="en-US" altLang="ko-KR" dirty="0" err="1"/>
              <a:t>lParam</a:t>
            </a:r>
            <a:r>
              <a:rPr lang="en-US" altLang="ko-KR" dirty="0"/>
              <a:t> : </a:t>
            </a:r>
            <a:r>
              <a:rPr lang="ko-KR" altLang="en-US" dirty="0"/>
              <a:t>숫자</a:t>
            </a:r>
          </a:p>
        </p:txBody>
      </p:sp>
    </p:spTree>
    <p:extLst>
      <p:ext uri="{BB962C8B-B14F-4D97-AF65-F5344CB8AC3E}">
        <p14:creationId xmlns:p14="http://schemas.microsoft.com/office/powerpoint/2010/main" val="2210473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4AA02E-2857-46C4-AAD8-24CA4DD10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윈도우 핸들 얻기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659D6F-9D94-4761-B362-C645DBE19B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프로세스 찾기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en-US" altLang="ko-KR" dirty="0" err="1"/>
              <a:t>FindWindow</a:t>
            </a:r>
            <a:r>
              <a:rPr lang="en-US" altLang="ko-KR" dirty="0"/>
              <a:t>( ) API</a:t>
            </a:r>
            <a:r>
              <a:rPr lang="ko-KR" altLang="en-US" dirty="0"/>
              <a:t>를 이용해서 </a:t>
            </a:r>
            <a:r>
              <a:rPr lang="en-US" altLang="ko-KR" dirty="0"/>
              <a:t>HWND </a:t>
            </a:r>
            <a:r>
              <a:rPr lang="ko-KR" altLang="en-US" dirty="0"/>
              <a:t>획득 가능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해당 윈도우의 </a:t>
            </a:r>
            <a:r>
              <a:rPr lang="en-US" altLang="ko-KR" dirty="0" err="1"/>
              <a:t>WndProc</a:t>
            </a:r>
            <a:r>
              <a:rPr lang="ko-KR" altLang="en-US" dirty="0"/>
              <a:t>를 사실상 직접 호출하는 것과 같은 상태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찾는 방법 </a:t>
            </a:r>
            <a:r>
              <a:rPr lang="en-US" altLang="ko-KR" dirty="0"/>
              <a:t>: </a:t>
            </a:r>
            <a:r>
              <a:rPr lang="en-US" altLang="ko-KR" dirty="0" err="1"/>
              <a:t>ClassName</a:t>
            </a:r>
            <a:r>
              <a:rPr lang="en-US" altLang="ko-KR" dirty="0"/>
              <a:t>, </a:t>
            </a:r>
            <a:r>
              <a:rPr lang="ko-KR" altLang="en-US" b="1" dirty="0"/>
              <a:t>제목 표시줄 이름</a:t>
            </a:r>
            <a:endParaRPr lang="en-US" altLang="ko-KR" b="1" dirty="0"/>
          </a:p>
          <a:p>
            <a:pPr lvl="1"/>
            <a:r>
              <a:rPr lang="ko-KR" altLang="en-US" dirty="0"/>
              <a:t> </a:t>
            </a:r>
            <a:r>
              <a:rPr lang="en-US" altLang="ko-KR" dirty="0" err="1"/>
              <a:t>FindWindowEx</a:t>
            </a:r>
            <a:r>
              <a:rPr lang="en-US" altLang="ko-KR" dirty="0"/>
              <a:t>( ) API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클래스 계층 구조를 이용한 하위 객체 찾기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메모장의 실제 </a:t>
            </a:r>
            <a:r>
              <a:rPr lang="en-US" altLang="ko-KR" dirty="0"/>
              <a:t>edit </a:t>
            </a:r>
            <a:r>
              <a:rPr lang="ko-KR" altLang="en-US" dirty="0"/>
              <a:t>객체를 찾아낼 수 있음</a:t>
            </a:r>
          </a:p>
        </p:txBody>
      </p:sp>
    </p:spTree>
    <p:extLst>
      <p:ext uri="{BB962C8B-B14F-4D97-AF65-F5344CB8AC3E}">
        <p14:creationId xmlns:p14="http://schemas.microsoft.com/office/powerpoint/2010/main" val="18895339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272</Words>
  <Application>Microsoft Office PowerPoint</Application>
  <PresentationFormat>와이드스크린</PresentationFormat>
  <Paragraphs>39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1125</vt:lpstr>
      <vt:lpstr>통신</vt:lpstr>
      <vt:lpstr>프로세스 간 통신</vt:lpstr>
      <vt:lpstr>윈도우 메시징 시스템으로 통신</vt:lpstr>
      <vt:lpstr>윈도우 핸들 얻기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1125</dc:title>
  <dc:creator>YUHAN</dc:creator>
  <cp:lastModifiedBy>YUHAN</cp:lastModifiedBy>
  <cp:revision>7</cp:revision>
  <dcterms:created xsi:type="dcterms:W3CDTF">2025-11-25T00:05:59Z</dcterms:created>
  <dcterms:modified xsi:type="dcterms:W3CDTF">2025-11-25T03:57:02Z</dcterms:modified>
</cp:coreProperties>
</file>